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6815138" cy="99425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E6DC0D-F7D5-4056-8D66-30963172EA7F}" v="15" dt="2026-07-08T12:51:49.0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608" autoAdjust="0"/>
    <p:restoredTop sz="48802" autoAdjust="0"/>
  </p:normalViewPr>
  <p:slideViewPr>
    <p:cSldViewPr snapToGrid="0">
      <p:cViewPr>
        <p:scale>
          <a:sx n="25" d="100"/>
          <a:sy n="25" d="100"/>
        </p:scale>
        <p:origin x="3264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5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YEONTAE LIM" userId="81ba47b74866a671" providerId="LiveId" clId="{FA2512C0-ABDC-46FB-8306-1920C98A0654}"/>
    <pc:docChg chg="undo custSel addSld modSld">
      <pc:chgData name="HYEONTAE LIM" userId="81ba47b74866a671" providerId="LiveId" clId="{FA2512C0-ABDC-46FB-8306-1920C98A0654}" dt="2026-07-08T12:52:49.620" v="364" actId="20577"/>
      <pc:docMkLst>
        <pc:docMk/>
      </pc:docMkLst>
      <pc:sldChg chg="modSp mod">
        <pc:chgData name="HYEONTAE LIM" userId="81ba47b74866a671" providerId="LiveId" clId="{FA2512C0-ABDC-46FB-8306-1920C98A0654}" dt="2026-07-08T12:46:20.359" v="98"/>
        <pc:sldMkLst>
          <pc:docMk/>
          <pc:sldMk cId="3979127873" sldId="268"/>
        </pc:sldMkLst>
        <pc:spChg chg="mod">
          <ac:chgData name="HYEONTAE LIM" userId="81ba47b74866a671" providerId="LiveId" clId="{FA2512C0-ABDC-46FB-8306-1920C98A0654}" dt="2026-07-08T12:46:20.359" v="98"/>
          <ac:spMkLst>
            <pc:docMk/>
            <pc:sldMk cId="3979127873" sldId="268"/>
            <ac:spMk id="5" creationId="{00000000-0000-0000-0000-000000000000}"/>
          </ac:spMkLst>
        </pc:spChg>
      </pc:sldChg>
      <pc:sldChg chg="modSp add mod">
        <pc:chgData name="HYEONTAE LIM" userId="81ba47b74866a671" providerId="LiveId" clId="{FA2512C0-ABDC-46FB-8306-1920C98A0654}" dt="2026-07-08T12:43:20.948" v="5" actId="20577"/>
        <pc:sldMkLst>
          <pc:docMk/>
          <pc:sldMk cId="2044766412" sldId="286"/>
        </pc:sldMkLst>
        <pc:spChg chg="mod">
          <ac:chgData name="HYEONTAE LIM" userId="81ba47b74866a671" providerId="LiveId" clId="{FA2512C0-ABDC-46FB-8306-1920C98A0654}" dt="2026-07-08T12:43:20.948" v="5" actId="20577"/>
          <ac:spMkLst>
            <pc:docMk/>
            <pc:sldMk cId="2044766412" sldId="286"/>
            <ac:spMk id="5" creationId="{0AE0E434-3BB3-B76A-1A5F-BDE5A3468B2E}"/>
          </ac:spMkLst>
        </pc:spChg>
      </pc:sldChg>
      <pc:sldChg chg="modSp add mod modNotesTx">
        <pc:chgData name="HYEONTAE LIM" userId="81ba47b74866a671" providerId="LiveId" clId="{FA2512C0-ABDC-46FB-8306-1920C98A0654}" dt="2026-07-08T12:44:23.738" v="41" actId="20577"/>
        <pc:sldMkLst>
          <pc:docMk/>
          <pc:sldMk cId="3789513959" sldId="287"/>
        </pc:sldMkLst>
        <pc:spChg chg="mod">
          <ac:chgData name="HYEONTAE LIM" userId="81ba47b74866a671" providerId="LiveId" clId="{FA2512C0-ABDC-46FB-8306-1920C98A0654}" dt="2026-07-08T12:43:57.740" v="12" actId="20577"/>
          <ac:spMkLst>
            <pc:docMk/>
            <pc:sldMk cId="3789513959" sldId="287"/>
            <ac:spMk id="5" creationId="{AFB7220F-8B20-F139-D370-EB583CF8EDD4}"/>
          </ac:spMkLst>
        </pc:spChg>
      </pc:sldChg>
      <pc:sldChg chg="modSp add mod modNotesTx">
        <pc:chgData name="HYEONTAE LIM" userId="81ba47b74866a671" providerId="LiveId" clId="{FA2512C0-ABDC-46FB-8306-1920C98A0654}" dt="2026-07-08T12:44:20.865" v="32" actId="20577"/>
        <pc:sldMkLst>
          <pc:docMk/>
          <pc:sldMk cId="4033104635" sldId="288"/>
        </pc:sldMkLst>
        <pc:spChg chg="mod">
          <ac:chgData name="HYEONTAE LIM" userId="81ba47b74866a671" providerId="LiveId" clId="{FA2512C0-ABDC-46FB-8306-1920C98A0654}" dt="2026-07-08T12:44:08.731" v="17" actId="20577"/>
          <ac:spMkLst>
            <pc:docMk/>
            <pc:sldMk cId="4033104635" sldId="288"/>
            <ac:spMk id="5" creationId="{F6A5E7DE-E94A-7BC2-DE72-66D56F77F6AD}"/>
          </ac:spMkLst>
        </pc:spChg>
      </pc:sldChg>
      <pc:sldChg chg="modSp add mod modNotesTx">
        <pc:chgData name="HYEONTAE LIM" userId="81ba47b74866a671" providerId="LiveId" clId="{FA2512C0-ABDC-46FB-8306-1920C98A0654}" dt="2026-07-08T12:44:41.496" v="59" actId="20577"/>
        <pc:sldMkLst>
          <pc:docMk/>
          <pc:sldMk cId="512706215" sldId="289"/>
        </pc:sldMkLst>
        <pc:spChg chg="mod">
          <ac:chgData name="HYEONTAE LIM" userId="81ba47b74866a671" providerId="LiveId" clId="{FA2512C0-ABDC-46FB-8306-1920C98A0654}" dt="2026-07-08T12:44:38.088" v="46" actId="20577"/>
          <ac:spMkLst>
            <pc:docMk/>
            <pc:sldMk cId="512706215" sldId="289"/>
            <ac:spMk id="5" creationId="{0AB0D646-28F5-DD6D-5EAE-A604E71DF6CC}"/>
          </ac:spMkLst>
        </pc:spChg>
      </pc:sldChg>
      <pc:sldChg chg="modSp add mod modNotesTx">
        <pc:chgData name="HYEONTAE LIM" userId="81ba47b74866a671" providerId="LiveId" clId="{FA2512C0-ABDC-46FB-8306-1920C98A0654}" dt="2026-07-08T12:45:22.929" v="88" actId="20577"/>
        <pc:sldMkLst>
          <pc:docMk/>
          <pc:sldMk cId="58760418" sldId="290"/>
        </pc:sldMkLst>
        <pc:spChg chg="mod">
          <ac:chgData name="HYEONTAE LIM" userId="81ba47b74866a671" providerId="LiveId" clId="{FA2512C0-ABDC-46FB-8306-1920C98A0654}" dt="2026-07-08T12:44:51.561" v="64" actId="20577"/>
          <ac:spMkLst>
            <pc:docMk/>
            <pc:sldMk cId="58760418" sldId="290"/>
            <ac:spMk id="5" creationId="{76B21F54-5BA3-0C0D-901C-5E65B678BD9C}"/>
          </ac:spMkLst>
        </pc:spChg>
      </pc:sldChg>
      <pc:sldChg chg="modSp add mod">
        <pc:chgData name="HYEONTAE LIM" userId="81ba47b74866a671" providerId="LiveId" clId="{FA2512C0-ABDC-46FB-8306-1920C98A0654}" dt="2026-07-08T12:46:11.531" v="95" actId="20577"/>
        <pc:sldMkLst>
          <pc:docMk/>
          <pc:sldMk cId="239572382" sldId="291"/>
        </pc:sldMkLst>
        <pc:spChg chg="mod">
          <ac:chgData name="HYEONTAE LIM" userId="81ba47b74866a671" providerId="LiveId" clId="{FA2512C0-ABDC-46FB-8306-1920C98A0654}" dt="2026-07-08T12:46:11.531" v="95" actId="20577"/>
          <ac:spMkLst>
            <pc:docMk/>
            <pc:sldMk cId="239572382" sldId="291"/>
            <ac:spMk id="5" creationId="{F84B2B7F-92BC-7F93-06A9-D2DA107CAFF9}"/>
          </ac:spMkLst>
        </pc:spChg>
      </pc:sldChg>
      <pc:sldChg chg="modSp add mod modNotesTx">
        <pc:chgData name="HYEONTAE LIM" userId="81ba47b74866a671" providerId="LiveId" clId="{FA2512C0-ABDC-46FB-8306-1920C98A0654}" dt="2026-07-08T12:47:04.269" v="111" actId="20577"/>
        <pc:sldMkLst>
          <pc:docMk/>
          <pc:sldMk cId="1114099683" sldId="292"/>
        </pc:sldMkLst>
        <pc:spChg chg="mod">
          <ac:chgData name="HYEONTAE LIM" userId="81ba47b74866a671" providerId="LiveId" clId="{FA2512C0-ABDC-46FB-8306-1920C98A0654}" dt="2026-07-08T12:46:50.452" v="105" actId="20577"/>
          <ac:spMkLst>
            <pc:docMk/>
            <pc:sldMk cId="1114099683" sldId="292"/>
            <ac:spMk id="5" creationId="{5EFF8A46-8D79-CB10-B55C-9A998BD7330D}"/>
          </ac:spMkLst>
        </pc:spChg>
      </pc:sldChg>
      <pc:sldChg chg="modSp add mod modNotesTx">
        <pc:chgData name="HYEONTAE LIM" userId="81ba47b74866a671" providerId="LiveId" clId="{FA2512C0-ABDC-46FB-8306-1920C98A0654}" dt="2026-07-08T12:48:08.686" v="160" actId="20577"/>
        <pc:sldMkLst>
          <pc:docMk/>
          <pc:sldMk cId="248726890" sldId="293"/>
        </pc:sldMkLst>
        <pc:spChg chg="mod">
          <ac:chgData name="HYEONTAE LIM" userId="81ba47b74866a671" providerId="LiveId" clId="{FA2512C0-ABDC-46FB-8306-1920C98A0654}" dt="2026-07-08T12:47:42.982" v="118" actId="20577"/>
          <ac:spMkLst>
            <pc:docMk/>
            <pc:sldMk cId="248726890" sldId="293"/>
            <ac:spMk id="5" creationId="{04D3B25F-8677-6462-38C2-B89F4BA87CA3}"/>
          </ac:spMkLst>
        </pc:spChg>
      </pc:sldChg>
      <pc:sldChg chg="modSp add mod modNotesTx">
        <pc:chgData name="HYEONTAE LIM" userId="81ba47b74866a671" providerId="LiveId" clId="{FA2512C0-ABDC-46FB-8306-1920C98A0654}" dt="2026-07-08T12:50:44.673" v="229" actId="20577"/>
        <pc:sldMkLst>
          <pc:docMk/>
          <pc:sldMk cId="1110770027" sldId="294"/>
        </pc:sldMkLst>
        <pc:spChg chg="mod">
          <ac:chgData name="HYEONTAE LIM" userId="81ba47b74866a671" providerId="LiveId" clId="{FA2512C0-ABDC-46FB-8306-1920C98A0654}" dt="2026-07-08T12:50:28.104" v="212" actId="20577"/>
          <ac:spMkLst>
            <pc:docMk/>
            <pc:sldMk cId="1110770027" sldId="294"/>
            <ac:spMk id="5" creationId="{F1D6E8AC-96DB-B16F-C488-8C577C609BAF}"/>
          </ac:spMkLst>
        </pc:spChg>
      </pc:sldChg>
      <pc:sldChg chg="modSp add mod modNotesTx">
        <pc:chgData name="HYEONTAE LIM" userId="81ba47b74866a671" providerId="LiveId" clId="{FA2512C0-ABDC-46FB-8306-1920C98A0654}" dt="2026-07-08T12:50:02.059" v="205" actId="20577"/>
        <pc:sldMkLst>
          <pc:docMk/>
          <pc:sldMk cId="4164768204" sldId="295"/>
        </pc:sldMkLst>
        <pc:spChg chg="mod">
          <ac:chgData name="HYEONTAE LIM" userId="81ba47b74866a671" providerId="LiveId" clId="{FA2512C0-ABDC-46FB-8306-1920C98A0654}" dt="2026-07-08T12:49:56.500" v="187" actId="403"/>
          <ac:spMkLst>
            <pc:docMk/>
            <pc:sldMk cId="4164768204" sldId="295"/>
            <ac:spMk id="5" creationId="{6EF746AD-ECA5-0187-9E6C-B11ABDFC1E6D}"/>
          </ac:spMkLst>
        </pc:spChg>
      </pc:sldChg>
      <pc:sldChg chg="modSp add mod modNotesTx">
        <pc:chgData name="HYEONTAE LIM" userId="81ba47b74866a671" providerId="LiveId" clId="{FA2512C0-ABDC-46FB-8306-1920C98A0654}" dt="2026-07-08T12:51:00.335" v="247" actId="20577"/>
        <pc:sldMkLst>
          <pc:docMk/>
          <pc:sldMk cId="1579012553" sldId="296"/>
        </pc:sldMkLst>
        <pc:spChg chg="mod">
          <ac:chgData name="HYEONTAE LIM" userId="81ba47b74866a671" providerId="LiveId" clId="{FA2512C0-ABDC-46FB-8306-1920C98A0654}" dt="2026-07-08T12:50:56.828" v="235" actId="20577"/>
          <ac:spMkLst>
            <pc:docMk/>
            <pc:sldMk cId="1579012553" sldId="296"/>
            <ac:spMk id="5" creationId="{CAA48F0D-3CAA-D35B-BBCA-EED604E2F5FA}"/>
          </ac:spMkLst>
        </pc:spChg>
      </pc:sldChg>
      <pc:sldChg chg="modSp add mod modNotesTx">
        <pc:chgData name="HYEONTAE LIM" userId="81ba47b74866a671" providerId="LiveId" clId="{FA2512C0-ABDC-46FB-8306-1920C98A0654}" dt="2026-07-08T12:51:16.657" v="266" actId="20577"/>
        <pc:sldMkLst>
          <pc:docMk/>
          <pc:sldMk cId="3318494224" sldId="297"/>
        </pc:sldMkLst>
        <pc:spChg chg="mod">
          <ac:chgData name="HYEONTAE LIM" userId="81ba47b74866a671" providerId="LiveId" clId="{FA2512C0-ABDC-46FB-8306-1920C98A0654}" dt="2026-07-08T12:51:12.726" v="253" actId="20577"/>
          <ac:spMkLst>
            <pc:docMk/>
            <pc:sldMk cId="3318494224" sldId="297"/>
            <ac:spMk id="5" creationId="{37F63F54-5804-DD25-DA2B-44E17B28A8FC}"/>
          </ac:spMkLst>
        </pc:spChg>
      </pc:sldChg>
      <pc:sldChg chg="modSp add mod modNotesTx">
        <pc:chgData name="HYEONTAE LIM" userId="81ba47b74866a671" providerId="LiveId" clId="{FA2512C0-ABDC-46FB-8306-1920C98A0654}" dt="2026-07-08T12:51:52.314" v="277" actId="20577"/>
        <pc:sldMkLst>
          <pc:docMk/>
          <pc:sldMk cId="3964372767" sldId="298"/>
        </pc:sldMkLst>
        <pc:spChg chg="mod">
          <ac:chgData name="HYEONTAE LIM" userId="81ba47b74866a671" providerId="LiveId" clId="{FA2512C0-ABDC-46FB-8306-1920C98A0654}" dt="2026-07-08T12:51:45.489" v="272" actId="20577"/>
          <ac:spMkLst>
            <pc:docMk/>
            <pc:sldMk cId="3964372767" sldId="298"/>
            <ac:spMk id="5" creationId="{C9FB392C-CA95-AD2E-1064-CD3B8C60C821}"/>
          </ac:spMkLst>
        </pc:spChg>
      </pc:sldChg>
      <pc:sldChg chg="modSp add mod modNotesTx">
        <pc:chgData name="HYEONTAE LIM" userId="81ba47b74866a671" providerId="LiveId" clId="{FA2512C0-ABDC-46FB-8306-1920C98A0654}" dt="2026-07-08T12:52:49.620" v="364" actId="20577"/>
        <pc:sldMkLst>
          <pc:docMk/>
          <pc:sldMk cId="2347762378" sldId="299"/>
        </pc:sldMkLst>
        <pc:spChg chg="mod">
          <ac:chgData name="HYEONTAE LIM" userId="81ba47b74866a671" providerId="LiveId" clId="{FA2512C0-ABDC-46FB-8306-1920C98A0654}" dt="2026-07-08T12:52:26.638" v="324" actId="20577"/>
          <ac:spMkLst>
            <pc:docMk/>
            <pc:sldMk cId="2347762378" sldId="299"/>
            <ac:spMk id="5" creationId="{AEEDE8D1-B18C-5B01-A169-27B10208836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53226" cy="498236"/>
          </a:xfrm>
          <a:prstGeom prst="rect">
            <a:avLst/>
          </a:prstGeom>
        </p:spPr>
        <p:txBody>
          <a:bodyPr vert="horz" lIns="91175" tIns="45587" rIns="91175" bIns="4558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60335" y="1"/>
            <a:ext cx="2953226" cy="498236"/>
          </a:xfrm>
          <a:prstGeom prst="rect">
            <a:avLst/>
          </a:prstGeom>
        </p:spPr>
        <p:txBody>
          <a:bodyPr vert="horz" lIns="91175" tIns="45587" rIns="91175" bIns="45587" rtlCol="0"/>
          <a:lstStyle>
            <a:lvl1pPr algn="r">
              <a:defRPr sz="1200"/>
            </a:lvl1pPr>
          </a:lstStyle>
          <a:p>
            <a:fld id="{644C60B3-8FA4-43FB-8C70-FDE2BE14D584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4277"/>
            <a:ext cx="2953226" cy="498236"/>
          </a:xfrm>
          <a:prstGeom prst="rect">
            <a:avLst/>
          </a:prstGeom>
        </p:spPr>
        <p:txBody>
          <a:bodyPr vert="horz" lIns="91175" tIns="45587" rIns="91175" bIns="4558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60335" y="9444277"/>
            <a:ext cx="2953226" cy="498236"/>
          </a:xfrm>
          <a:prstGeom prst="rect">
            <a:avLst/>
          </a:prstGeom>
        </p:spPr>
        <p:txBody>
          <a:bodyPr vert="horz" lIns="91175" tIns="45587" rIns="91175" bIns="45587" rtlCol="0" anchor="b"/>
          <a:lstStyle>
            <a:lvl1pPr algn="r">
              <a:defRPr sz="1200"/>
            </a:lvl1pPr>
          </a:lstStyle>
          <a:p>
            <a:fld id="{0B7CF1A2-1B53-4AA9-B6BB-E00BE921F3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84396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53226" cy="498852"/>
          </a:xfrm>
          <a:prstGeom prst="rect">
            <a:avLst/>
          </a:prstGeom>
        </p:spPr>
        <p:txBody>
          <a:bodyPr vert="horz" lIns="91175" tIns="45587" rIns="91175" bIns="4558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60335" y="1"/>
            <a:ext cx="2953226" cy="498852"/>
          </a:xfrm>
          <a:prstGeom prst="rect">
            <a:avLst/>
          </a:prstGeom>
        </p:spPr>
        <p:txBody>
          <a:bodyPr vert="horz" lIns="91175" tIns="45587" rIns="91175" bIns="45587" rtlCol="0"/>
          <a:lstStyle>
            <a:lvl1pPr algn="r">
              <a:defRPr sz="1200"/>
            </a:lvl1pPr>
          </a:lstStyle>
          <a:p>
            <a:fld id="{391F15F3-D40B-4CB1-9921-B977BDAEC756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43013"/>
            <a:ext cx="5964238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75" tIns="45587" rIns="91175" bIns="4558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514" y="4784834"/>
            <a:ext cx="5452110" cy="3914865"/>
          </a:xfrm>
          <a:prstGeom prst="rect">
            <a:avLst/>
          </a:prstGeom>
        </p:spPr>
        <p:txBody>
          <a:bodyPr vert="horz" lIns="91175" tIns="45587" rIns="91175" bIns="45587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53226" cy="498851"/>
          </a:xfrm>
          <a:prstGeom prst="rect">
            <a:avLst/>
          </a:prstGeom>
        </p:spPr>
        <p:txBody>
          <a:bodyPr vert="horz" lIns="91175" tIns="45587" rIns="91175" bIns="4558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60335" y="9443662"/>
            <a:ext cx="2953226" cy="498851"/>
          </a:xfrm>
          <a:prstGeom prst="rect">
            <a:avLst/>
          </a:prstGeom>
        </p:spPr>
        <p:txBody>
          <a:bodyPr vert="horz" lIns="91175" tIns="45587" rIns="91175" bIns="45587" rtlCol="0" anchor="b"/>
          <a:lstStyle>
            <a:lvl1pPr algn="r">
              <a:defRPr sz="1200"/>
            </a:lvl1pPr>
          </a:lstStyle>
          <a:p>
            <a:fld id="{FBB01D42-4754-476C-898C-8D49E38D141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296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밀리미터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0057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센치미터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997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845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61750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야드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8164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마일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7538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자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31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에이커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2418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헥타르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4771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179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온스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47607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43479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밀리리터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18172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데시리터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0546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세제곱미터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18872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갤런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4505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9836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기가바이트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14293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시그마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3739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파이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2529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마이크로미터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47961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나노미터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8944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파운드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2276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엔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149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달러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73854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천분율</a:t>
            </a:r>
            <a:r>
              <a:rPr lang="en-US" altLang="ko-KR" dirty="0"/>
              <a:t>(</a:t>
            </a:r>
            <a:r>
              <a:rPr lang="ko-KR" altLang="en-US" dirty="0" err="1"/>
              <a:t>퍼밀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6290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높은음자리표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4002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팔분음표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2030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루트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28182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물음표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85341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5246E-5ECB-8641-B341-DAAC3090B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B24EC3B-304F-769F-2719-084CB78AB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D301DC-DEE3-CA85-9DB9-ED4CC2FAC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물음표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BC90E94-6DD7-2534-7172-E9E5CEFE86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1922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14DA2-FA8F-D1B0-83CE-B3F23D1CF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7E254E2-76D1-8AED-6C0F-E95AE4D894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1F60A72-9693-579A-C56B-4CBEF0787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화씨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364BCF-A6DB-9F4A-290A-DAE5B9EC8A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332019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4F3A1-92BC-5BC9-C357-6151BBDE3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55D232-AF31-EABF-2977-0712BBE8D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2E0BA7-D517-6F04-C3E5-77C962ECD9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57B96B-9455-F6C3-12DD-2AFED8883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8575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F2F95-65CC-F86D-2E19-60E1C837A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3A3A03-A670-89A7-0A2C-2CA7496C1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B317723-49DA-76CE-AB05-CBAA002E95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라디안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52286C-504E-2972-B63C-F9E228E26D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6663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1D302-3CD9-802D-3501-63D7BF88D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34146B-97D0-4663-6215-880C7FBB6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5CB7A8-65AB-CBA7-6D18-42C5A5A73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헤르츠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83574C-E104-4FDE-19AC-6D3EBB9A00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6289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8A146-668B-A4ED-F321-9EA46F7A9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D5EE12-7BBC-07E0-A2E4-75360685C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659FF66-0E6F-21E4-DC54-AE5672274D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물음표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594D70-1FC8-9311-CA2A-367BB82AE3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96171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32E08-72F6-57FD-F0B2-52628A462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E90899-5376-4D7B-9CC5-17F62011DA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6D82C6-7B25-3F31-CFE9-D9AF413A9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유로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ECDEE3-F068-CA1C-ADC0-BCDD387505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07408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53DDA-7E93-2CFB-68A1-03360A59C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89102F-1B3F-2D71-8258-1642430B75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BC10A9-B3D3-13BA-CE86-5E0626C13E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여성</a:t>
            </a:r>
            <a:r>
              <a:rPr lang="en-US" altLang="ko-KR" dirty="0"/>
              <a:t>, </a:t>
            </a:r>
            <a:r>
              <a:rPr lang="ko-KR" altLang="en-US" dirty="0"/>
              <a:t>구리</a:t>
            </a:r>
            <a:r>
              <a:rPr lang="en-US" altLang="ko-KR" dirty="0"/>
              <a:t>, </a:t>
            </a:r>
            <a:r>
              <a:rPr lang="ko-KR" altLang="en-US" dirty="0"/>
              <a:t>금성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7FDE4F-1091-ACB5-CE1C-84D9AB191B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50061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85938-F425-BAE0-9FD8-BEEA16A22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B51823C-4BE5-E1DF-2A5D-D37E1480B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292F5B-136D-6E93-567C-31057EF5C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왜냐하면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809307-0945-6848-6AEE-74537AC88C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14786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7821A-6E6C-1DBB-D45D-517E4FD79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DA51CA-3359-CF13-B708-98B90A813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EE7C65-5FBB-999D-2818-B8AFAF23B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교집합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D0C7A6-7352-735C-8E5B-E6621E6707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718317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16094-CD4F-214F-CB13-0FCAF08FF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0266E0-3648-9BB1-2BD2-B83C6C03B3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F8366B-8237-76DC-C9E4-2EE412955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따라서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8834B9-CF9C-E20B-8201-A168D69763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422377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B7611-7574-B325-A6BB-BB05FE4E3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355EC3-E4D9-5575-1542-C6E5C3BA69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0631B88-7EA8-01EA-2C2B-BB0E84160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무한대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65CE48-37F2-8BB7-BD8E-19FC0750DB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786331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BD810-5EC2-177E-7CA2-BBD0F5C18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4167E9E-E2D8-1007-64F6-DE899FB27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751896-C20B-54E7-EFAD-BB312FE72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41F362-937C-BC1E-6043-E1938E3CDB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06456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CE8E0-A417-5CD8-D2E2-D2E1929E7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157C42-B69D-2D9B-56C6-A5DBD2CED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6A5C9D-68C0-A4A9-69C3-F49236EB4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한국산업표준 </a:t>
            </a:r>
            <a:r>
              <a:rPr lang="ko-KR" altLang="en-US" dirty="0" err="1"/>
              <a:t>ㅋㅋ</a:t>
            </a:r>
            <a:r>
              <a:rPr lang="ko-KR" altLang="en-US" dirty="0"/>
              <a:t> </a:t>
            </a:r>
            <a:r>
              <a:rPr lang="en-US" altLang="ko-KR" dirty="0"/>
              <a:t>(KS</a:t>
            </a:r>
            <a:r>
              <a:rPr lang="ko-KR" altLang="en-US" dirty="0"/>
              <a:t>마크</a:t>
            </a:r>
            <a:r>
              <a:rPr lang="en-US" altLang="ko-KR"/>
              <a:t>)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79DA8E-28D0-30F8-7911-026AF33FB9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B01D42-4754-476C-898C-8D49E38D141B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47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A8A6E-5F7B-4C14-84F3-4ECB92525214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6EF2A-6892-4CA5-BEE8-10BCA1ECD8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712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A8A6E-5F7B-4C14-84F3-4ECB92525214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6EF2A-6892-4CA5-BEE8-10BCA1ECD8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418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A8A6E-5F7B-4C14-84F3-4ECB92525214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6EF2A-6892-4CA5-BEE8-10BCA1ECD8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5290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A8A6E-5F7B-4C14-84F3-4ECB92525214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6EF2A-6892-4CA5-BEE8-10BCA1ECD8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4324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A8A6E-5F7B-4C14-84F3-4ECB92525214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6EF2A-6892-4CA5-BEE8-10BCA1ECD8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772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A8A6E-5F7B-4C14-84F3-4ECB92525214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6EF2A-6892-4CA5-BEE8-10BCA1ECD8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0499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A8A6E-5F7B-4C14-84F3-4ECB92525214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6EF2A-6892-4CA5-BEE8-10BCA1ECD8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112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A8A6E-5F7B-4C14-84F3-4ECB92525214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6EF2A-6892-4CA5-BEE8-10BCA1ECD8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82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A8A6E-5F7B-4C14-84F3-4ECB92525214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6EF2A-6892-4CA5-BEE8-10BCA1ECD8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0719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A8A6E-5F7B-4C14-84F3-4ECB92525214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6EF2A-6892-4CA5-BEE8-10BCA1ECD8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674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A8A6E-5F7B-4C14-84F3-4ECB92525214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76EF2A-6892-4CA5-BEE8-10BCA1ECD8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058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A8A6E-5F7B-4C14-84F3-4ECB92525214}" type="datetimeFigureOut">
              <a:rPr lang="ko-KR" altLang="en-US" smtClean="0"/>
              <a:t>2026-07-08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76EF2A-6892-4CA5-BEE8-10BCA1ECD8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81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ko-KR" sz="50000" dirty="0"/>
              <a:t>mm</a:t>
            </a:r>
            <a:endParaRPr lang="ko-KR" altLang="en-US" sz="50000" dirty="0"/>
          </a:p>
        </p:txBody>
      </p:sp>
    </p:spTree>
    <p:extLst>
      <p:ext uri="{BB962C8B-B14F-4D97-AF65-F5344CB8AC3E}">
        <p14:creationId xmlns:p14="http://schemas.microsoft.com/office/powerpoint/2010/main" val="1117432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ko-KR" sz="50000" dirty="0"/>
              <a:t>cm</a:t>
            </a:r>
            <a:endParaRPr lang="ko-KR" altLang="en-US" sz="50000" dirty="0"/>
          </a:p>
        </p:txBody>
      </p:sp>
    </p:spTree>
    <p:extLst>
      <p:ext uri="{BB962C8B-B14F-4D97-AF65-F5344CB8AC3E}">
        <p14:creationId xmlns:p14="http://schemas.microsoft.com/office/powerpoint/2010/main" val="2395227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ko-KR" sz="50000" dirty="0"/>
              <a:t>in</a:t>
            </a:r>
            <a:endParaRPr lang="ko-KR" altLang="en-US" sz="50000" dirty="0"/>
          </a:p>
        </p:txBody>
      </p:sp>
    </p:spTree>
    <p:extLst>
      <p:ext uri="{BB962C8B-B14F-4D97-AF65-F5344CB8AC3E}">
        <p14:creationId xmlns:p14="http://schemas.microsoft.com/office/powerpoint/2010/main" val="4204189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ko-KR" sz="50000" dirty="0" err="1"/>
              <a:t>ft</a:t>
            </a:r>
            <a:endParaRPr lang="ko-KR" altLang="en-US" sz="50000" dirty="0"/>
          </a:p>
        </p:txBody>
      </p:sp>
    </p:spTree>
    <p:extLst>
      <p:ext uri="{BB962C8B-B14F-4D97-AF65-F5344CB8AC3E}">
        <p14:creationId xmlns:p14="http://schemas.microsoft.com/office/powerpoint/2010/main" val="64350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ko-KR" sz="50000" dirty="0" err="1"/>
              <a:t>yd</a:t>
            </a:r>
            <a:endParaRPr lang="ko-KR" altLang="en-US" sz="50000" dirty="0"/>
          </a:p>
        </p:txBody>
      </p:sp>
    </p:spTree>
    <p:extLst>
      <p:ext uri="{BB962C8B-B14F-4D97-AF65-F5344CB8AC3E}">
        <p14:creationId xmlns:p14="http://schemas.microsoft.com/office/powerpoint/2010/main" val="905481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ko-KR" sz="45000" dirty="0"/>
              <a:t>mile</a:t>
            </a:r>
            <a:endParaRPr lang="ko-KR" altLang="en-US" sz="45000" dirty="0"/>
          </a:p>
        </p:txBody>
      </p:sp>
    </p:spTree>
    <p:extLst>
      <p:ext uri="{BB962C8B-B14F-4D97-AF65-F5344CB8AC3E}">
        <p14:creationId xmlns:p14="http://schemas.microsoft.com/office/powerpoint/2010/main" val="4051314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ko-KR" altLang="en-US" sz="50000" b="1" dirty="0"/>
              <a:t>尺</a:t>
            </a:r>
          </a:p>
        </p:txBody>
      </p:sp>
    </p:spTree>
    <p:extLst>
      <p:ext uri="{BB962C8B-B14F-4D97-AF65-F5344CB8AC3E}">
        <p14:creationId xmlns:p14="http://schemas.microsoft.com/office/powerpoint/2010/main" val="1214061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ko-KR" sz="50000" dirty="0"/>
              <a:t>ac</a:t>
            </a:r>
            <a:endParaRPr lang="ko-KR" altLang="en-US" sz="50000" dirty="0"/>
          </a:p>
        </p:txBody>
      </p:sp>
    </p:spTree>
    <p:extLst>
      <p:ext uri="{BB962C8B-B14F-4D97-AF65-F5344CB8AC3E}">
        <p14:creationId xmlns:p14="http://schemas.microsoft.com/office/powerpoint/2010/main" val="179925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ko-KR" sz="45000" dirty="0"/>
              <a:t>ha</a:t>
            </a:r>
            <a:endParaRPr lang="ko-KR" altLang="en-US" sz="45000" dirty="0"/>
          </a:p>
        </p:txBody>
      </p:sp>
    </p:spTree>
    <p:extLst>
      <p:ext uri="{BB962C8B-B14F-4D97-AF65-F5344CB8AC3E}">
        <p14:creationId xmlns:p14="http://schemas.microsoft.com/office/powerpoint/2010/main" val="515274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ko-KR" sz="45000" dirty="0"/>
              <a:t>t</a:t>
            </a:r>
            <a:endParaRPr lang="ko-KR" altLang="en-US" sz="45000" dirty="0"/>
          </a:p>
        </p:txBody>
      </p:sp>
    </p:spTree>
    <p:extLst>
      <p:ext uri="{BB962C8B-B14F-4D97-AF65-F5344CB8AC3E}">
        <p14:creationId xmlns:p14="http://schemas.microsoft.com/office/powerpoint/2010/main" val="308003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ko-KR" sz="45000" dirty="0" err="1"/>
              <a:t>oz</a:t>
            </a:r>
            <a:endParaRPr lang="ko-KR" altLang="en-US" sz="45000" dirty="0"/>
          </a:p>
        </p:txBody>
      </p:sp>
    </p:spTree>
    <p:extLst>
      <p:ext uri="{BB962C8B-B14F-4D97-AF65-F5344CB8AC3E}">
        <p14:creationId xmlns:p14="http://schemas.microsoft.com/office/powerpoint/2010/main" val="104232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ko-KR" sz="45000" dirty="0"/>
              <a:t>g</a:t>
            </a:r>
            <a:endParaRPr lang="ko-KR" altLang="en-US" sz="45000" dirty="0"/>
          </a:p>
        </p:txBody>
      </p:sp>
    </p:spTree>
    <p:extLst>
      <p:ext uri="{BB962C8B-B14F-4D97-AF65-F5344CB8AC3E}">
        <p14:creationId xmlns:p14="http://schemas.microsoft.com/office/powerpoint/2010/main" val="2314721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ko-KR" altLang="en-US" sz="45000" dirty="0"/>
              <a:t>㎖</a:t>
            </a:r>
          </a:p>
        </p:txBody>
      </p:sp>
    </p:spTree>
    <p:extLst>
      <p:ext uri="{BB962C8B-B14F-4D97-AF65-F5344CB8AC3E}">
        <p14:creationId xmlns:p14="http://schemas.microsoft.com/office/powerpoint/2010/main" val="3979127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ko-KR" altLang="en-US" sz="50000" dirty="0"/>
              <a:t>㎗</a:t>
            </a:r>
          </a:p>
        </p:txBody>
      </p:sp>
    </p:spTree>
    <p:extLst>
      <p:ext uri="{BB962C8B-B14F-4D97-AF65-F5344CB8AC3E}">
        <p14:creationId xmlns:p14="http://schemas.microsoft.com/office/powerpoint/2010/main" val="2526547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ko-KR" sz="50000" dirty="0"/>
              <a:t>m</a:t>
            </a:r>
            <a:r>
              <a:rPr lang="en-US" altLang="ko-KR" sz="50000" baseline="30000" dirty="0"/>
              <a:t>3</a:t>
            </a:r>
            <a:endParaRPr lang="ko-KR" altLang="en-US" sz="50000" dirty="0"/>
          </a:p>
        </p:txBody>
      </p:sp>
    </p:spTree>
    <p:extLst>
      <p:ext uri="{BB962C8B-B14F-4D97-AF65-F5344CB8AC3E}">
        <p14:creationId xmlns:p14="http://schemas.microsoft.com/office/powerpoint/2010/main" val="3261068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ko-KR" sz="45000" dirty="0"/>
              <a:t>gal</a:t>
            </a:r>
            <a:endParaRPr lang="ko-KR" altLang="en-US" sz="45000" dirty="0"/>
          </a:p>
        </p:txBody>
      </p:sp>
    </p:spTree>
    <p:extLst>
      <p:ext uri="{BB962C8B-B14F-4D97-AF65-F5344CB8AC3E}">
        <p14:creationId xmlns:p14="http://schemas.microsoft.com/office/powerpoint/2010/main" val="1743649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ko-KR" sz="38000" dirty="0" err="1"/>
              <a:t>mach</a:t>
            </a:r>
            <a:endParaRPr lang="ko-KR" altLang="en-US" sz="38000" dirty="0"/>
          </a:p>
        </p:txBody>
      </p:sp>
    </p:spTree>
    <p:extLst>
      <p:ext uri="{BB962C8B-B14F-4D97-AF65-F5344CB8AC3E}">
        <p14:creationId xmlns:p14="http://schemas.microsoft.com/office/powerpoint/2010/main" val="3660877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ko-KR" sz="45000" dirty="0"/>
              <a:t>GB</a:t>
            </a:r>
            <a:endParaRPr lang="ko-KR" altLang="en-US" sz="45000" dirty="0"/>
          </a:p>
        </p:txBody>
      </p:sp>
    </p:spTree>
    <p:extLst>
      <p:ext uri="{BB962C8B-B14F-4D97-AF65-F5344CB8AC3E}">
        <p14:creationId xmlns:p14="http://schemas.microsoft.com/office/powerpoint/2010/main" val="2085116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l-GR" altLang="ko-KR" sz="50000" b="1" dirty="0"/>
              <a:t>Σ</a:t>
            </a:r>
          </a:p>
        </p:txBody>
      </p:sp>
    </p:spTree>
    <p:extLst>
      <p:ext uri="{BB962C8B-B14F-4D97-AF65-F5344CB8AC3E}">
        <p14:creationId xmlns:p14="http://schemas.microsoft.com/office/powerpoint/2010/main" val="38110470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l-GR" altLang="ko-KR" sz="50000" dirty="0"/>
              <a:t>π</a:t>
            </a:r>
            <a:endParaRPr lang="ko-KR" altLang="en-US" sz="50000" dirty="0"/>
          </a:p>
        </p:txBody>
      </p:sp>
    </p:spTree>
    <p:extLst>
      <p:ext uri="{BB962C8B-B14F-4D97-AF65-F5344CB8AC3E}">
        <p14:creationId xmlns:p14="http://schemas.microsoft.com/office/powerpoint/2010/main" val="20273326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l-GR" altLang="ko-KR" sz="50000" dirty="0"/>
              <a:t>㎛</a:t>
            </a:r>
            <a:endParaRPr lang="ko-KR" altLang="en-US" sz="50000" dirty="0"/>
          </a:p>
        </p:txBody>
      </p:sp>
    </p:spTree>
    <p:extLst>
      <p:ext uri="{BB962C8B-B14F-4D97-AF65-F5344CB8AC3E}">
        <p14:creationId xmlns:p14="http://schemas.microsoft.com/office/powerpoint/2010/main" val="1043061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ko-KR" sz="50000" dirty="0"/>
              <a:t>nm</a:t>
            </a:r>
            <a:endParaRPr lang="ko-KR" altLang="en-US" sz="50000" dirty="0"/>
          </a:p>
        </p:txBody>
      </p:sp>
    </p:spTree>
    <p:extLst>
      <p:ext uri="{BB962C8B-B14F-4D97-AF65-F5344CB8AC3E}">
        <p14:creationId xmlns:p14="http://schemas.microsoft.com/office/powerpoint/2010/main" val="26077197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ko-KR" sz="50000" dirty="0"/>
              <a:t>£</a:t>
            </a:r>
            <a:endParaRPr lang="ko-KR" altLang="en-US" sz="50000" dirty="0"/>
          </a:p>
        </p:txBody>
      </p:sp>
    </p:spTree>
    <p:extLst>
      <p:ext uri="{BB962C8B-B14F-4D97-AF65-F5344CB8AC3E}">
        <p14:creationId xmlns:p14="http://schemas.microsoft.com/office/powerpoint/2010/main" val="4996506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ko-KR" sz="50000" dirty="0"/>
              <a:t>¥</a:t>
            </a:r>
            <a:endParaRPr lang="ko-KR" altLang="en-US" sz="50000" dirty="0"/>
          </a:p>
        </p:txBody>
      </p:sp>
    </p:spTree>
    <p:extLst>
      <p:ext uri="{BB962C8B-B14F-4D97-AF65-F5344CB8AC3E}">
        <p14:creationId xmlns:p14="http://schemas.microsoft.com/office/powerpoint/2010/main" val="28985083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 fontAlgn="base">
              <a:buNone/>
            </a:pPr>
            <a:r>
              <a:rPr lang="en-US" altLang="ko-KR" sz="50000" dirty="0"/>
              <a:t>$</a:t>
            </a:r>
          </a:p>
        </p:txBody>
      </p:sp>
    </p:spTree>
    <p:extLst>
      <p:ext uri="{BB962C8B-B14F-4D97-AF65-F5344CB8AC3E}">
        <p14:creationId xmlns:p14="http://schemas.microsoft.com/office/powerpoint/2010/main" val="27711990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 fontAlgn="base">
              <a:buNone/>
            </a:pPr>
            <a:r>
              <a:rPr lang="en-US" altLang="ko-KR" sz="50000" dirty="0"/>
              <a:t>‰</a:t>
            </a:r>
            <a:endParaRPr lang="ko-KR" altLang="en-US" sz="50000" dirty="0"/>
          </a:p>
        </p:txBody>
      </p:sp>
    </p:spTree>
    <p:extLst>
      <p:ext uri="{BB962C8B-B14F-4D97-AF65-F5344CB8AC3E}">
        <p14:creationId xmlns:p14="http://schemas.microsoft.com/office/powerpoint/2010/main" val="33084192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rcRect t="8248" b="4197"/>
          <a:stretch/>
        </p:blipFill>
        <p:spPr>
          <a:xfrm>
            <a:off x="3590579" y="45898"/>
            <a:ext cx="4905028" cy="679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0545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ko-KR" altLang="en-US" sz="50000" dirty="0"/>
              <a:t>♪</a:t>
            </a:r>
          </a:p>
        </p:txBody>
      </p:sp>
    </p:spTree>
    <p:extLst>
      <p:ext uri="{BB962C8B-B14F-4D97-AF65-F5344CB8AC3E}">
        <p14:creationId xmlns:p14="http://schemas.microsoft.com/office/powerpoint/2010/main" val="35182746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내용 개체 틀 1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82041" y="755548"/>
            <a:ext cx="7419535" cy="576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4407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ko-KR" sz="50000" dirty="0"/>
              <a:t>?</a:t>
            </a:r>
            <a:endParaRPr lang="ko-KR" altLang="en-US" sz="50000" dirty="0"/>
          </a:p>
        </p:txBody>
      </p:sp>
    </p:spTree>
    <p:extLst>
      <p:ext uri="{BB962C8B-B14F-4D97-AF65-F5344CB8AC3E}">
        <p14:creationId xmlns:p14="http://schemas.microsoft.com/office/powerpoint/2010/main" val="4585698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3F2AB-513B-9A5D-1016-79CB8981EA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AE0E434-3BB3-B76A-1A5F-BDE5A3468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ko-KR" sz="50000" dirty="0"/>
              <a:t>$</a:t>
            </a:r>
            <a:endParaRPr lang="ko-KR" altLang="en-US" sz="50000" dirty="0"/>
          </a:p>
        </p:txBody>
      </p:sp>
    </p:spTree>
    <p:extLst>
      <p:ext uri="{BB962C8B-B14F-4D97-AF65-F5344CB8AC3E}">
        <p14:creationId xmlns:p14="http://schemas.microsoft.com/office/powerpoint/2010/main" val="20447664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E2228-A01A-BC8C-1100-B7148665A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FB7220F-8B20-F139-D370-EB583CF8ED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ko-KR" altLang="en-US" sz="50000" dirty="0"/>
              <a:t>℉</a:t>
            </a:r>
          </a:p>
        </p:txBody>
      </p:sp>
    </p:spTree>
    <p:extLst>
      <p:ext uri="{BB962C8B-B14F-4D97-AF65-F5344CB8AC3E}">
        <p14:creationId xmlns:p14="http://schemas.microsoft.com/office/powerpoint/2010/main" val="37895139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B514B-6D2A-5705-BB6E-6CBB62717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6A5E7DE-E94A-7BC2-DE72-66D56F77F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ko-KR" sz="50000" dirty="0"/>
              <a:t>Ω</a:t>
            </a:r>
            <a:endParaRPr lang="ko-KR" altLang="en-US" sz="50000" dirty="0"/>
          </a:p>
        </p:txBody>
      </p:sp>
    </p:spTree>
    <p:extLst>
      <p:ext uri="{BB962C8B-B14F-4D97-AF65-F5344CB8AC3E}">
        <p14:creationId xmlns:p14="http://schemas.microsoft.com/office/powerpoint/2010/main" val="40331046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69BC0-44AE-C8BC-50D6-9F88973E4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AB0D646-28F5-DD6D-5EAE-A604E71DF6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ko-KR" altLang="en-US" sz="50000" dirty="0"/>
              <a:t>㎭</a:t>
            </a:r>
          </a:p>
        </p:txBody>
      </p:sp>
    </p:spTree>
    <p:extLst>
      <p:ext uri="{BB962C8B-B14F-4D97-AF65-F5344CB8AC3E}">
        <p14:creationId xmlns:p14="http://schemas.microsoft.com/office/powerpoint/2010/main" val="5127062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3EFD6-FC72-4F39-E45B-B6F47D16F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6B21F54-5BA3-0C0D-901C-5E65B678B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ko-KR" altLang="en-US" sz="50000" dirty="0"/>
              <a:t>㎐</a:t>
            </a:r>
          </a:p>
        </p:txBody>
      </p:sp>
    </p:spTree>
    <p:extLst>
      <p:ext uri="{BB962C8B-B14F-4D97-AF65-F5344CB8AC3E}">
        <p14:creationId xmlns:p14="http://schemas.microsoft.com/office/powerpoint/2010/main" val="587604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C8313-0FFE-109B-07E7-007363153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84B2B7F-92BC-7F93-06A9-D2DA107CAF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ko-KR" altLang="en-US" sz="50000" dirty="0"/>
              <a:t>㎖</a:t>
            </a:r>
          </a:p>
        </p:txBody>
      </p:sp>
    </p:spTree>
    <p:extLst>
      <p:ext uri="{BB962C8B-B14F-4D97-AF65-F5344CB8AC3E}">
        <p14:creationId xmlns:p14="http://schemas.microsoft.com/office/powerpoint/2010/main" val="2395723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ADC64-3E02-635A-BDB5-C8A950FCF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EFF8A46-8D79-CB10-B55C-9A998BD73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ko-KR" altLang="en-US" sz="50000" dirty="0"/>
              <a:t>€</a:t>
            </a:r>
          </a:p>
        </p:txBody>
      </p:sp>
    </p:spTree>
    <p:extLst>
      <p:ext uri="{BB962C8B-B14F-4D97-AF65-F5344CB8AC3E}">
        <p14:creationId xmlns:p14="http://schemas.microsoft.com/office/powerpoint/2010/main" val="11140996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CB7DC-3309-CCD5-169B-3C288BC2D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4D3B25F-8677-6462-38C2-B89F4BA87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ko-KR" altLang="en-US" sz="50000" dirty="0"/>
              <a:t>♀</a:t>
            </a:r>
          </a:p>
        </p:txBody>
      </p:sp>
    </p:spTree>
    <p:extLst>
      <p:ext uri="{BB962C8B-B14F-4D97-AF65-F5344CB8AC3E}">
        <p14:creationId xmlns:p14="http://schemas.microsoft.com/office/powerpoint/2010/main" val="24872689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03AED-5FA9-4163-6092-02B475D76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1D6E8AC-96DB-B16F-C488-8C577C609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ko-KR" altLang="en-US" sz="41700" dirty="0"/>
              <a:t>∵</a:t>
            </a:r>
          </a:p>
        </p:txBody>
      </p:sp>
    </p:spTree>
    <p:extLst>
      <p:ext uri="{BB962C8B-B14F-4D97-AF65-F5344CB8AC3E}">
        <p14:creationId xmlns:p14="http://schemas.microsoft.com/office/powerpoint/2010/main" val="11107700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ACE12-FE6F-AB96-56D2-6FB6AE8D1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EF746AD-ECA5-0187-9E6C-B11ABDFC1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ko-KR" altLang="en-US" sz="50000" dirty="0"/>
              <a:t>∩</a:t>
            </a:r>
          </a:p>
        </p:txBody>
      </p:sp>
    </p:spTree>
    <p:extLst>
      <p:ext uri="{BB962C8B-B14F-4D97-AF65-F5344CB8AC3E}">
        <p14:creationId xmlns:p14="http://schemas.microsoft.com/office/powerpoint/2010/main" val="41647682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654DE-0A54-B99D-F0F8-F342DFD81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A48F0D-3CAA-D35B-BBCA-EED604E2F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ko-KR" altLang="en-US" sz="50000" dirty="0"/>
              <a:t>∴</a:t>
            </a:r>
          </a:p>
        </p:txBody>
      </p:sp>
    </p:spTree>
    <p:extLst>
      <p:ext uri="{BB962C8B-B14F-4D97-AF65-F5344CB8AC3E}">
        <p14:creationId xmlns:p14="http://schemas.microsoft.com/office/powerpoint/2010/main" val="15790125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D0AEF-71B4-F4D9-C479-1F577E67F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7F63F54-5804-DD25-DA2B-44E17B28A8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ko-KR" altLang="en-US" sz="50000" dirty="0"/>
              <a:t>∞</a:t>
            </a:r>
          </a:p>
        </p:txBody>
      </p:sp>
    </p:spTree>
    <p:extLst>
      <p:ext uri="{BB962C8B-B14F-4D97-AF65-F5344CB8AC3E}">
        <p14:creationId xmlns:p14="http://schemas.microsoft.com/office/powerpoint/2010/main" val="33184942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2DC42-37ED-4F6C-2166-48F54EC4C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9FB392C-CA95-AD2E-1064-CD3B8C60C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altLang="ko-KR" sz="50000" dirty="0"/>
              <a:t>Ⅵ</a:t>
            </a:r>
            <a:endParaRPr lang="ko-KR" altLang="en-US" sz="50000" dirty="0"/>
          </a:p>
        </p:txBody>
      </p:sp>
    </p:spTree>
    <p:extLst>
      <p:ext uri="{BB962C8B-B14F-4D97-AF65-F5344CB8AC3E}">
        <p14:creationId xmlns:p14="http://schemas.microsoft.com/office/powerpoint/2010/main" val="39643727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39E8E-54F5-5C54-E467-477E29D46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EEDE8D1-B18C-5B01-A169-27B102088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6255"/>
            <a:ext cx="12191999" cy="688293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ko-KR" altLang="en-US" sz="50000" dirty="0"/>
              <a:t>㉿</a:t>
            </a:r>
          </a:p>
        </p:txBody>
      </p:sp>
    </p:spTree>
    <p:extLst>
      <p:ext uri="{BB962C8B-B14F-4D97-AF65-F5344CB8AC3E}">
        <p14:creationId xmlns:p14="http://schemas.microsoft.com/office/powerpoint/2010/main" val="2347762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142</Words>
  <Application>Microsoft Office PowerPoint</Application>
  <PresentationFormat>와이드스크린</PresentationFormat>
  <Paragraphs>130</Paragraphs>
  <Slides>44</Slides>
  <Notes>44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44</vt:i4>
      </vt:variant>
    </vt:vector>
  </HeadingPairs>
  <TitlesOfParts>
    <vt:vector size="4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user05</dc:creator>
  <cp:lastModifiedBy>HYEONTAE LIM</cp:lastModifiedBy>
  <cp:revision>5</cp:revision>
  <cp:lastPrinted>2021-11-17T00:26:00Z</cp:lastPrinted>
  <dcterms:created xsi:type="dcterms:W3CDTF">2021-11-15T08:46:33Z</dcterms:created>
  <dcterms:modified xsi:type="dcterms:W3CDTF">2026-07-08T12:52:53Z</dcterms:modified>
</cp:coreProperties>
</file>